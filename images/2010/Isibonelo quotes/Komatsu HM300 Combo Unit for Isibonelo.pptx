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62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8800-8909-48CD-B314-032593B9A0B5}" type="datetimeFigureOut">
              <a:rPr lang="en-US" smtClean="0"/>
              <a:t>12/20/2010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47270-837D-48B9-9228-4D23795952F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06375"/>
            <a:ext cx="6629400" cy="936625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Komatsu HM300 Combo Unit for </a:t>
            </a:r>
            <a:r>
              <a:rPr lang="en-US" sz="3600" b="1" dirty="0" err="1" smtClean="0"/>
              <a:t>Isibonelo</a:t>
            </a:r>
            <a:endParaRPr lang="en-US" sz="3600" b="1" dirty="0"/>
          </a:p>
        </p:txBody>
      </p:sp>
      <p:pic>
        <p:nvPicPr>
          <p:cNvPr id="14" name="Picture 13" descr="IMG00144-20101213-07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19200"/>
            <a:ext cx="5689600" cy="4267200"/>
          </a:xfrm>
          <a:prstGeom prst="rect">
            <a:avLst/>
          </a:prstGeom>
        </p:spPr>
      </p:pic>
      <p:pic>
        <p:nvPicPr>
          <p:cNvPr id="4" name="Picture 3" descr="IMG00126-20101212-12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9200" y="2133600"/>
            <a:ext cx="2438400" cy="1828800"/>
          </a:xfrm>
          <a:prstGeom prst="rect">
            <a:avLst/>
          </a:prstGeom>
        </p:spPr>
      </p:pic>
      <p:pic>
        <p:nvPicPr>
          <p:cNvPr id="8" name="Picture 7" descr="IMG00136-20101213-06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572000"/>
            <a:ext cx="2438400" cy="1828800"/>
          </a:xfrm>
          <a:prstGeom prst="rect">
            <a:avLst/>
          </a:prstGeom>
        </p:spPr>
      </p:pic>
      <p:pic>
        <p:nvPicPr>
          <p:cNvPr id="9" name="Picture 8" descr="IMG00137-20101213-06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52400" y="533400"/>
            <a:ext cx="2438400" cy="1828800"/>
          </a:xfrm>
          <a:prstGeom prst="rect">
            <a:avLst/>
          </a:prstGeom>
        </p:spPr>
      </p:pic>
      <p:pic>
        <p:nvPicPr>
          <p:cNvPr id="10" name="Picture 9" descr="IMG00138-20101213-061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52400" y="4495800"/>
            <a:ext cx="2438400" cy="1828800"/>
          </a:xfrm>
          <a:prstGeom prst="rect">
            <a:avLst/>
          </a:prstGeom>
        </p:spPr>
      </p:pic>
      <p:pic>
        <p:nvPicPr>
          <p:cNvPr id="16" name="Picture 15" descr="Bulk Fluid Solutions Logo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5486400"/>
            <a:ext cx="4191000" cy="1144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Komatsu HM300 Combo Unit for Isibonelo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Komatsu HM300 Combo Unit for Isibonelo</dc:title>
  <dc:creator>Marketing</dc:creator>
  <cp:lastModifiedBy>Marketing</cp:lastModifiedBy>
  <cp:revision>2</cp:revision>
  <dcterms:created xsi:type="dcterms:W3CDTF">2010-12-20T08:01:15Z</dcterms:created>
  <dcterms:modified xsi:type="dcterms:W3CDTF">2010-12-20T08:16:12Z</dcterms:modified>
</cp:coreProperties>
</file>